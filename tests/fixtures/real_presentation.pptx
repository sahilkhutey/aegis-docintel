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AEGIS-DocIntel Architecture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Pre-LLM Mathematical Context Compilation</a:t>
            </a:r>
          </a:p>
          <a:p>
            <a:r>
              <a:t>Author: AMDI-OS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Representation Layers &amp; Theorems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 Document Tuple D = (P, S, G, R, F, M, T, X, H, E)</a:t>
            </a:r>
          </a:p>
          <a:p>
            <a:r>
              <a:t>Theorem 6.1: Spatial Reading DAG Acyclicity guaranteed by coordinate partial order</a:t>
            </a:r>
          </a:p>
          <a:p>
            <a:r>
              <a:t>Theorem 6.2: Deterministic reading permutations via Kahn topological sort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 SLAs and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71500">
                <a:tc>
                  <a:txBody>
                    <a:bodyPr/>
                    <a:lstStyle/>
                    <a:p>
                      <a:r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P95 Latency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GeometryEngine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18.4 ms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GraphEngine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24.1 ms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MasterState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32.6 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